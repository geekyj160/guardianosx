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1 — hook. Caption: The black box for your real life. Stay protected. Preserve the truth. Not another SOS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2 — the gap. Caption: Late meeting. First date. Rideshare. If something happens, they don’t want guesses. They want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3 — the system. Caption: Prevent. Detect. Preserve. Escalate. Reconstruct. One capsule. No panic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4 — the session. Caption: “If I don’t check in, start my protocol.” Guardian records facts. It does not decide danger.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5 — circle. Caption: Your people. Your rules. Missed check-ins follow only the protocol you wrote, including dead-man escrow.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6 — close. Caption: Start a Guardian Session. Write your protocol. Keep the record original. Observed events. Never a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1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GuardianOS — Social</dc:title>
  <dc:subject>Digital guardian OS. Stay protected. Preserve the truth.</dc:subject>
  <dc:creator>GuardianOS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